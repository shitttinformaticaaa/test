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1" r:id="rId5"/>
    <p:sldId id="263" r:id="rId6"/>
    <p:sldId id="264" r:id="rId7"/>
    <p:sldId id="265" r:id="rId8"/>
    <p:sldId id="267" r:id="rId9"/>
    <p:sldId id="26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9" autoAdjust="0"/>
    <p:restoredTop sz="94660"/>
  </p:normalViewPr>
  <p:slideViewPr>
    <p:cSldViewPr snapToGrid="0">
      <p:cViewPr varScale="1">
        <p:scale>
          <a:sx n="97" d="100"/>
          <a:sy n="97" d="100"/>
        </p:scale>
        <p:origin x="96" y="3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32F3-559B-479A-9D65-36A18B19E31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6E572-0CD1-4BB6-9B12-19787BF8F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476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32F3-559B-479A-9D65-36A18B19E31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6E572-0CD1-4BB6-9B12-19787BF8F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100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32F3-559B-479A-9D65-36A18B19E31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6E572-0CD1-4BB6-9B12-19787BF8F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178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32F3-559B-479A-9D65-36A18B19E31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6E572-0CD1-4BB6-9B12-19787BF8F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878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32F3-559B-479A-9D65-36A18B19E31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6E572-0CD1-4BB6-9B12-19787BF8F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12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32F3-559B-479A-9D65-36A18B19E31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6E572-0CD1-4BB6-9B12-19787BF8F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515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32F3-559B-479A-9D65-36A18B19E31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6E572-0CD1-4BB6-9B12-19787BF8F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256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32F3-559B-479A-9D65-36A18B19E31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6E572-0CD1-4BB6-9B12-19787BF8F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875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32F3-559B-479A-9D65-36A18B19E31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6E572-0CD1-4BB6-9B12-19787BF8F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086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32F3-559B-479A-9D65-36A18B19E31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6E572-0CD1-4BB6-9B12-19787BF8F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30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32F3-559B-479A-9D65-36A18B19E31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6E572-0CD1-4BB6-9B12-19787BF8F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92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2832F3-559B-479A-9D65-36A18B19E31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D6E572-0CD1-4BB6-9B12-19787BF8F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627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eg"/><Relationship Id="rId3" Type="http://schemas.openxmlformats.org/officeDocument/2006/relationships/image" Target="../media/image18.jpeg"/><Relationship Id="rId7" Type="http://schemas.openxmlformats.org/officeDocument/2006/relationships/image" Target="../media/image2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eg"/><Relationship Id="rId11" Type="http://schemas.openxmlformats.org/officeDocument/2006/relationships/image" Target="../media/image26.jpeg"/><Relationship Id="rId5" Type="http://schemas.openxmlformats.org/officeDocument/2006/relationships/image" Target="../media/image20.jpeg"/><Relationship Id="rId10" Type="http://schemas.openxmlformats.org/officeDocument/2006/relationships/image" Target="../media/image25.jpeg"/><Relationship Id="rId4" Type="http://schemas.openxmlformats.org/officeDocument/2006/relationships/image" Target="../media/image19.jpeg"/><Relationship Id="rId9" Type="http://schemas.openxmlformats.org/officeDocument/2006/relationships/image" Target="../media/image24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8" descr="Фоны для слайдов презентации - фото и картинки: 70 штук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79938" y="645176"/>
            <a:ext cx="10832123" cy="1538775"/>
          </a:xfrm>
        </p:spPr>
        <p:txBody>
          <a:bodyPr/>
          <a:lstStyle/>
          <a:p>
            <a:r>
              <a:rPr lang="uk-UA" b="1" dirty="0">
                <a:solidFill>
                  <a:srgbClr val="FF0000"/>
                </a:solidFill>
              </a:rPr>
              <a:t> Виготовлення аплікації на </a:t>
            </a:r>
            <a:r>
              <a:rPr lang="uk-UA" b="1" dirty="0" err="1">
                <a:solidFill>
                  <a:srgbClr val="FF0000"/>
                </a:solidFill>
              </a:rPr>
              <a:t>скотчі</a:t>
            </a:r>
            <a:r>
              <a:rPr lang="uk-UA" b="1" dirty="0">
                <a:solidFill>
                  <a:srgbClr val="FF0000"/>
                </a:solidFill>
              </a:rPr>
              <a:t>.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08" r="5193" b="7769"/>
          <a:stretch/>
        </p:blipFill>
        <p:spPr>
          <a:xfrm rot="20620650">
            <a:off x="4260124" y="2802983"/>
            <a:ext cx="3985847" cy="3087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281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Фоны для слайдов презентации - фото и картинки: 70 штук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Широкий </a:t>
            </a:r>
            <a:r>
              <a:rPr lang="uk-UA" dirty="0" err="1"/>
              <a:t>скотч</a:t>
            </a:r>
            <a:endParaRPr lang="uk-UA" dirty="0"/>
          </a:p>
          <a:p>
            <a:r>
              <a:rPr lang="uk-UA" dirty="0"/>
              <a:t>Щільний картон  </a:t>
            </a:r>
          </a:p>
          <a:p>
            <a:r>
              <a:rPr lang="uk-UA" dirty="0"/>
              <a:t>Природний матеріал</a:t>
            </a:r>
          </a:p>
          <a:p>
            <a:r>
              <a:rPr lang="uk-UA" dirty="0"/>
              <a:t>Ножиці</a:t>
            </a:r>
          </a:p>
          <a:p>
            <a:r>
              <a:rPr lang="uk-UA" dirty="0"/>
              <a:t>Олівець</a:t>
            </a:r>
          </a:p>
          <a:p>
            <a:r>
              <a:rPr lang="uk-UA" dirty="0"/>
              <a:t>Лінійка</a:t>
            </a:r>
            <a:endParaRPr lang="en-US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FF0000"/>
                </a:solidFill>
                <a:highlight>
                  <a:srgbClr val="C0C0C0"/>
                </a:highlight>
              </a:rPr>
              <a:t>Інструменти і матеріали</a:t>
            </a:r>
            <a:endParaRPr lang="en-US" b="1" dirty="0">
              <a:solidFill>
                <a:srgbClr val="FF0000"/>
              </a:solidFill>
              <a:highlight>
                <a:srgbClr val="C0C0C0"/>
              </a:highlight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0348" y="1371425"/>
            <a:ext cx="3473452" cy="262986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385629">
            <a:off x="3704201" y="3204472"/>
            <a:ext cx="3268133" cy="2917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087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8" descr="Фоны для слайдов презентации - фото и картинки: 70 штук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sz="3600" b="1" dirty="0">
                <a:solidFill>
                  <a:schemeClr val="bg2">
                    <a:lumMod val="10000"/>
                  </a:schemeClr>
                </a:solidFill>
              </a:rPr>
              <a:t>Готуємо  квадратну або прямокутну рамку з щільного картону.  </a:t>
            </a:r>
            <a:endParaRPr lang="en-US" sz="3600" b="1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646"/>
          <a:stretch/>
        </p:blipFill>
        <p:spPr>
          <a:xfrm rot="5400000">
            <a:off x="1108648" y="2266381"/>
            <a:ext cx="3062464" cy="3264693"/>
          </a:xfr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6" b="3604"/>
          <a:stretch/>
        </p:blipFill>
        <p:spPr>
          <a:xfrm>
            <a:off x="5678311" y="2002194"/>
            <a:ext cx="5588000" cy="3793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815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8" descr="Фоны для слайдов презентации - фото и картинки: 70 штук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6933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04710" y="203201"/>
            <a:ext cx="10663657" cy="16820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b="1" dirty="0"/>
              <a:t>Зі </a:t>
            </a:r>
            <a:r>
              <a:rPr lang="uk-UA" b="1" dirty="0" err="1"/>
              <a:t>зворотнього</a:t>
            </a:r>
            <a:r>
              <a:rPr lang="uk-UA" b="1" dirty="0"/>
              <a:t> боку  наклеюємо </a:t>
            </a:r>
            <a:r>
              <a:rPr lang="uk-UA" b="1" dirty="0" err="1"/>
              <a:t>скотч</a:t>
            </a:r>
            <a:r>
              <a:rPr lang="uk-UA" b="1" dirty="0"/>
              <a:t> на рамку, накладаючи його один на одного десь на 5мм, закриваючи всю рамку.  Зайвий </a:t>
            </a:r>
            <a:r>
              <a:rPr lang="uk-UA" b="1" dirty="0" err="1"/>
              <a:t>скотч</a:t>
            </a:r>
            <a:r>
              <a:rPr lang="uk-UA" b="1" dirty="0"/>
              <a:t> відрізаємо.</a:t>
            </a:r>
            <a:endParaRPr lang="en-US" b="1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72965" y="2370491"/>
            <a:ext cx="3753556" cy="328295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007957" y="2350711"/>
            <a:ext cx="3781780" cy="349320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87" r="23951" b="10274"/>
          <a:stretch/>
        </p:blipFill>
        <p:spPr>
          <a:xfrm rot="5400000">
            <a:off x="8109646" y="2258953"/>
            <a:ext cx="3830992" cy="3725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3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8" descr="Фоны для слайдов презентации - фото и картинки: 70 штук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b="1" dirty="0">
                <a:solidFill>
                  <a:srgbClr val="FF0000"/>
                </a:solidFill>
              </a:rPr>
              <a:t>Перегортаємо рамку на лицьовий бік і   зафарбовувати.  Якщо картон кольоровий, тоді не треба.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97" r="22469"/>
          <a:stretch/>
        </p:blipFill>
        <p:spPr>
          <a:xfrm rot="5400000">
            <a:off x="177007" y="2051217"/>
            <a:ext cx="3951725" cy="3767668"/>
          </a:xfrm>
          <a:prstGeom prst="rect">
            <a:avLst/>
          </a:prstGeom>
        </p:spPr>
      </p:pic>
      <p:pic>
        <p:nvPicPr>
          <p:cNvPr id="8" name="Объект 7"/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120137" y="2884747"/>
            <a:ext cx="3951725" cy="3155685"/>
          </a:xfrm>
        </p:spPr>
      </p:pic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" t="-2414" r="20823" b="2414"/>
          <a:stretch/>
        </p:blipFill>
        <p:spPr>
          <a:xfrm rot="5400000">
            <a:off x="8244242" y="1208973"/>
            <a:ext cx="3951725" cy="4129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809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8" descr="Фоны для слайдов презентации - фото и картинки: 70 штук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sz="4000" b="1" dirty="0">
                <a:solidFill>
                  <a:srgbClr val="FF0000"/>
                </a:solidFill>
              </a:rPr>
              <a:t> </a:t>
            </a:r>
            <a:r>
              <a:rPr lang="uk-UA" sz="3600" b="1" dirty="0">
                <a:solidFill>
                  <a:schemeClr val="bg2">
                    <a:lumMod val="10000"/>
                  </a:schemeClr>
                </a:solidFill>
              </a:rPr>
              <a:t>По черзі наклеюємо на </a:t>
            </a:r>
            <a:r>
              <a:rPr lang="uk-UA" sz="3600" b="1" dirty="0" err="1">
                <a:solidFill>
                  <a:schemeClr val="bg2">
                    <a:lumMod val="10000"/>
                  </a:schemeClr>
                </a:solidFill>
              </a:rPr>
              <a:t>скотч</a:t>
            </a:r>
            <a:r>
              <a:rPr lang="uk-UA" sz="3600" b="1" dirty="0">
                <a:solidFill>
                  <a:schemeClr val="bg2">
                    <a:lumMod val="10000"/>
                  </a:schemeClr>
                </a:solidFill>
              </a:rPr>
              <a:t> природний матеріал.</a:t>
            </a:r>
            <a:r>
              <a:rPr lang="ru-RU" sz="36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ru-RU" sz="3600" b="1" dirty="0" err="1">
                <a:solidFill>
                  <a:schemeClr val="bg2">
                    <a:lumMod val="10000"/>
                  </a:schemeClr>
                </a:solidFill>
              </a:rPr>
              <a:t>Ефектно</a:t>
            </a:r>
            <a:r>
              <a:rPr lang="ru-RU" sz="3600" b="1" dirty="0">
                <a:solidFill>
                  <a:schemeClr val="bg2">
                    <a:lumMod val="10000"/>
                  </a:schemeClr>
                </a:solidFill>
              </a:rPr>
              <a:t> буде </a:t>
            </a:r>
            <a:r>
              <a:rPr lang="ru-RU" sz="3600" b="1" dirty="0" err="1">
                <a:solidFill>
                  <a:schemeClr val="bg2">
                    <a:lumMod val="10000"/>
                  </a:schemeClr>
                </a:solidFill>
              </a:rPr>
              <a:t>виглядати</a:t>
            </a:r>
            <a:r>
              <a:rPr lang="ru-RU" sz="3600" b="1" dirty="0">
                <a:solidFill>
                  <a:schemeClr val="bg2">
                    <a:lumMod val="10000"/>
                  </a:schemeClr>
                </a:solidFill>
              </a:rPr>
              <a:t>, </a:t>
            </a:r>
            <a:r>
              <a:rPr lang="ru-RU" sz="3600" b="1" dirty="0" err="1">
                <a:solidFill>
                  <a:schemeClr val="bg2">
                    <a:lumMod val="10000"/>
                  </a:schemeClr>
                </a:solidFill>
              </a:rPr>
              <a:t>якщо</a:t>
            </a:r>
            <a:r>
              <a:rPr lang="ru-RU" sz="36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ru-RU" sz="3600" b="1" dirty="0" err="1">
                <a:solidFill>
                  <a:schemeClr val="bg2">
                    <a:lumMod val="10000"/>
                  </a:schemeClr>
                </a:solidFill>
              </a:rPr>
              <a:t>використовувати</a:t>
            </a:r>
            <a:r>
              <a:rPr lang="ru-RU" sz="36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ru-RU" sz="3600" b="1" dirty="0" err="1">
                <a:solidFill>
                  <a:schemeClr val="bg2">
                    <a:lumMod val="10000"/>
                  </a:schemeClr>
                </a:solidFill>
              </a:rPr>
              <a:t>листя</a:t>
            </a:r>
            <a:r>
              <a:rPr lang="ru-RU" sz="36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ru-RU" sz="3600" b="1" dirty="0" err="1">
                <a:solidFill>
                  <a:schemeClr val="bg2">
                    <a:lumMod val="10000"/>
                  </a:schemeClr>
                </a:solidFill>
              </a:rPr>
              <a:t>різних</a:t>
            </a:r>
            <a:r>
              <a:rPr lang="ru-RU" sz="36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ru-RU" sz="3600" b="1" dirty="0" err="1">
                <a:solidFill>
                  <a:schemeClr val="bg2">
                    <a:lumMod val="10000"/>
                  </a:schemeClr>
                </a:solidFill>
              </a:rPr>
              <a:t>кольорів</a:t>
            </a:r>
            <a:r>
              <a:rPr lang="ru-RU" sz="3600" b="1" dirty="0">
                <a:solidFill>
                  <a:schemeClr val="bg2">
                    <a:lumMod val="10000"/>
                  </a:schemeClr>
                </a:solidFill>
              </a:rPr>
              <a:t> і форм, а </a:t>
            </a:r>
            <a:r>
              <a:rPr lang="ru-RU" sz="3600" b="1" dirty="0" err="1">
                <a:solidFill>
                  <a:schemeClr val="bg2">
                    <a:lumMod val="10000"/>
                  </a:schemeClr>
                </a:solidFill>
              </a:rPr>
              <a:t>також</a:t>
            </a:r>
            <a:r>
              <a:rPr lang="ru-RU" sz="36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ru-RU" sz="3600" b="1" dirty="0" err="1">
                <a:solidFill>
                  <a:schemeClr val="bg2">
                    <a:lumMod val="10000"/>
                  </a:schemeClr>
                </a:solidFill>
              </a:rPr>
              <a:t>квіти</a:t>
            </a:r>
            <a:r>
              <a:rPr lang="ru-RU" sz="3600" b="1" dirty="0">
                <a:solidFill>
                  <a:schemeClr val="bg2">
                    <a:lumMod val="10000"/>
                  </a:schemeClr>
                </a:solidFill>
              </a:rPr>
              <a:t>.</a:t>
            </a:r>
            <a:endParaRPr lang="en-US" sz="3600" b="1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83"/>
          <a:stretch/>
        </p:blipFill>
        <p:spPr>
          <a:xfrm rot="5400000">
            <a:off x="1535747" y="2283584"/>
            <a:ext cx="3862706" cy="3474862"/>
          </a:xfrm>
          <a:prstGeom prst="rect">
            <a:avLst/>
          </a:prstGeom>
        </p:spPr>
      </p:pic>
      <p:pic>
        <p:nvPicPr>
          <p:cNvPr id="12" name="Объект 11"/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310313" y="6136680"/>
            <a:ext cx="46037" cy="34527"/>
          </a:xfrm>
        </p:spPr>
      </p:pic>
      <p:pic>
        <p:nvPicPr>
          <p:cNvPr id="15" name="Рисунок 14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40" t="3505" r="22051" b="4644"/>
          <a:stretch/>
        </p:blipFill>
        <p:spPr>
          <a:xfrm rot="2356079">
            <a:off x="6807276" y="2246442"/>
            <a:ext cx="3648601" cy="3549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197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8" descr="Фоны для слайдов презентации - фото и картинки: 70 штук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448"/>
          <a:stretch>
            <a:fillRect/>
          </a:stretch>
        </p:blipFill>
        <p:spPr bwMode="auto">
          <a:xfrm>
            <a:off x="0" y="3665482"/>
            <a:ext cx="12192000" cy="319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29" r="20808"/>
          <a:stretch/>
        </p:blipFill>
        <p:spPr>
          <a:xfrm rot="17864068">
            <a:off x="1688015" y="2278698"/>
            <a:ext cx="3036713" cy="326469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24" t="4390" r="9222" b="-143"/>
          <a:stretch>
            <a:fillRect/>
          </a:stretch>
        </p:blipFill>
        <p:spPr>
          <a:xfrm rot="7757221">
            <a:off x="6932617" y="2163020"/>
            <a:ext cx="3457224" cy="356919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1" name="Заголовок 10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sz="3600" b="1" dirty="0">
                <a:solidFill>
                  <a:srgbClr val="FF0000"/>
                </a:solidFill>
              </a:rPr>
              <a:t>Накриваємо лицьовий бік </a:t>
            </a:r>
            <a:r>
              <a:rPr lang="uk-UA" sz="3600" b="1" dirty="0" err="1">
                <a:solidFill>
                  <a:srgbClr val="FF0000"/>
                </a:solidFill>
              </a:rPr>
              <a:t>скотчем</a:t>
            </a:r>
            <a:r>
              <a:rPr lang="uk-UA" sz="3600" b="1" dirty="0">
                <a:solidFill>
                  <a:srgbClr val="FF0000"/>
                </a:solidFill>
              </a:rPr>
              <a:t>, так як і зворотній. Зайвий </a:t>
            </a:r>
            <a:r>
              <a:rPr lang="uk-UA" sz="3600" b="1" dirty="0" err="1">
                <a:solidFill>
                  <a:srgbClr val="FF0000"/>
                </a:solidFill>
              </a:rPr>
              <a:t>скотч</a:t>
            </a:r>
            <a:r>
              <a:rPr lang="uk-UA" sz="3600" b="1" dirty="0">
                <a:solidFill>
                  <a:srgbClr val="FF0000"/>
                </a:solidFill>
              </a:rPr>
              <a:t> відрізаємо. .</a:t>
            </a:r>
            <a:endParaRPr lang="en-US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8731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8" descr="Фоны для слайдов презентации - фото и картинки: 70 штук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310596" y="135473"/>
            <a:ext cx="3476460" cy="662781"/>
          </a:xfrm>
        </p:spPr>
        <p:txBody>
          <a:bodyPr>
            <a:normAutofit fontScale="90000"/>
          </a:bodyPr>
          <a:lstStyle/>
          <a:p>
            <a:r>
              <a:rPr lang="uk-UA" b="1" dirty="0">
                <a:solidFill>
                  <a:srgbClr val="FF0000"/>
                </a:solidFill>
              </a:rPr>
              <a:t>Варіанти робіт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8" name="Рисунок 7" descr="Детский мастер-класс по аппликации из живых цветов и листьев на скотче  «Яркие краски ранней осени» (18 фото). Воспитателям детских садов, школьным  учителям и педагогам - Маам.ру">
            <a:extLst>
              <a:ext uri="{FF2B5EF4-FFF2-40B4-BE49-F238E27FC236}">
                <a16:creationId xmlns:a16="http://schemas.microsoft.com/office/drawing/2014/main" id="{22D3FC7B-1152-E7C1-8119-15BB9504BD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810" y="2546898"/>
            <a:ext cx="2519856" cy="204228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0" name="Рисунок 9" descr="Сохраняй ✔️ классную идею на лето 🌸, Создаем кусочек лета, делаем из веток  рамку, связывая концы нитками, потом обклеиваем рамку скотчем, хорошо сын у  меня запасливый поэтому природные материалы у нас ...">
            <a:extLst>
              <a:ext uri="{FF2B5EF4-FFF2-40B4-BE49-F238E27FC236}">
                <a16:creationId xmlns:a16="http://schemas.microsoft.com/office/drawing/2014/main" id="{859E7FBA-31B6-BABB-F4D7-4AA53378F25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300" t="16555" b="14026"/>
          <a:stretch>
            <a:fillRect/>
          </a:stretch>
        </p:blipFill>
        <p:spPr>
          <a:xfrm>
            <a:off x="3470817" y="933727"/>
            <a:ext cx="2346411" cy="2676592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6" name="Рисунок 15" descr="Мастер-класс по аппликации из природных материалов на скотче (6 фото).  Воспитателям детских садов, школьным учителям и педагогам - Маам.ру">
            <a:extLst>
              <a:ext uri="{FF2B5EF4-FFF2-40B4-BE49-F238E27FC236}">
                <a16:creationId xmlns:a16="http://schemas.microsoft.com/office/drawing/2014/main" id="{746C678C-8717-EDD9-7509-AF951CDF26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4651" y="4126478"/>
            <a:ext cx="3045537" cy="240109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8" name="Рисунок 17" descr="Сушеные цветы и листья в деревянной рамке со стеклом — купить в  интернет-магазине Voycept на Яндекс Маркете">
            <a:extLst>
              <a:ext uri="{FF2B5EF4-FFF2-40B4-BE49-F238E27FC236}">
                <a16:creationId xmlns:a16="http://schemas.microsoft.com/office/drawing/2014/main" id="{6727FBEA-BC57-4DE4-A075-2A815DA30D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7821" y="3988729"/>
            <a:ext cx="2735359" cy="267659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9" name="Рисунок 18" descr="Засушенные цветы в деревянной рамке купить в интернет-магазине Ярмарка  Мастеров по цене 1100 ₽ – QW3M2RU, Элементы интерьера, Москва - доставка по  России">
            <a:extLst>
              <a:ext uri="{FF2B5EF4-FFF2-40B4-BE49-F238E27FC236}">
                <a16:creationId xmlns:a16="http://schemas.microsoft.com/office/drawing/2014/main" id="{BE124E50-04E0-661A-320F-798A59C96C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9408" y="3429000"/>
            <a:ext cx="2519857" cy="2796913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4" name="Рисунок 13" descr="25 ідей створення особливого осіннього гербарію - Ідеї декору">
            <a:extLst>
              <a:ext uri="{FF2B5EF4-FFF2-40B4-BE49-F238E27FC236}">
                <a16:creationId xmlns:a16="http://schemas.microsoft.com/office/drawing/2014/main" id="{CCBB2445-D79A-EF98-262B-02091442ABB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800" b="6078"/>
          <a:stretch>
            <a:fillRect/>
          </a:stretch>
        </p:blipFill>
        <p:spPr>
          <a:xfrm>
            <a:off x="6374773" y="798254"/>
            <a:ext cx="2348533" cy="240109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6" name="Рисунок 5" descr="Мастер-класс по весенней аппликации на скотче из живых цветов «Это май» (15  фото). Воспитателям детских садов, школьным учителям и педагогам - Маам.ру">
            <a:extLst>
              <a:ext uri="{FF2B5EF4-FFF2-40B4-BE49-F238E27FC236}">
                <a16:creationId xmlns:a16="http://schemas.microsoft.com/office/drawing/2014/main" id="{A0DFC6DF-9D42-09A0-A797-F0D5A3F1A29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6140" y="4642882"/>
            <a:ext cx="2307837" cy="216141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" name="Рисунок 3" descr="🌸 Картина з природи своїми руками, Проста і дуже красива ідея для дітей  👇, 1️⃣ Беремо 4 гілочки та робимо з них рамку., 2️⃣ Зі зворотного боку  приклеюємо прозорий скотч так, щоб липка частина дивилась ...">
            <a:extLst>
              <a:ext uri="{FF2B5EF4-FFF2-40B4-BE49-F238E27FC236}">
                <a16:creationId xmlns:a16="http://schemas.microsoft.com/office/drawing/2014/main" id="{57E07CC1-9191-190D-6FAD-51E780D4A07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11849" b="19968"/>
          <a:stretch>
            <a:fillRect/>
          </a:stretch>
        </p:blipFill>
        <p:spPr>
          <a:xfrm>
            <a:off x="470826" y="135473"/>
            <a:ext cx="2195688" cy="2446792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pic>
        <p:nvPicPr>
          <p:cNvPr id="12" name="Рисунок 11" descr="Аппликации на скотче, страница 5. Воспитателям детских садов, школьным  учителям и педагогам - Маам.ру">
            <a:extLst>
              <a:ext uri="{FF2B5EF4-FFF2-40B4-BE49-F238E27FC236}">
                <a16:creationId xmlns:a16="http://schemas.microsoft.com/office/drawing/2014/main" id="{0E8968CB-9958-09C9-9D68-682381822C4B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b="3027"/>
          <a:stretch>
            <a:fillRect/>
          </a:stretch>
        </p:blipFill>
        <p:spPr>
          <a:xfrm>
            <a:off x="9367388" y="248071"/>
            <a:ext cx="2635468" cy="318092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26927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8" descr="Фоны для слайдов презентации - фото и картинки: 70 штук">
            <a:extLst>
              <a:ext uri="{FF2B5EF4-FFF2-40B4-BE49-F238E27FC236}">
                <a16:creationId xmlns:a16="http://schemas.microsoft.com/office/drawing/2014/main" id="{44EA288A-1F27-CE94-654A-0184DC899F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113A12-31CD-A682-CCAD-C41369A45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1195" y="-71676"/>
            <a:ext cx="3174148" cy="1044184"/>
          </a:xfrm>
        </p:spPr>
        <p:txBody>
          <a:bodyPr/>
          <a:lstStyle/>
          <a:p>
            <a:r>
              <a:rPr lang="uk-UA" b="1" dirty="0">
                <a:solidFill>
                  <a:srgbClr val="EE0000"/>
                </a:solidFill>
              </a:rPr>
              <a:t>Роботи учнів</a:t>
            </a:r>
            <a:endParaRPr lang="LID4096" b="1" dirty="0">
              <a:solidFill>
                <a:srgbClr val="EE0000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F023E2D-440F-6FFA-F0D5-61867F14FA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714" t="13028" r="10902" b="6451"/>
          <a:stretch/>
        </p:blipFill>
        <p:spPr>
          <a:xfrm>
            <a:off x="104628" y="102772"/>
            <a:ext cx="2777237" cy="217580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61E4D17-7FCE-3D16-658C-99462F0EBD5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455"/>
          <a:stretch>
            <a:fillRect/>
          </a:stretch>
        </p:blipFill>
        <p:spPr>
          <a:xfrm>
            <a:off x="9533256" y="2233666"/>
            <a:ext cx="2189091" cy="217425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8F11875-DBC6-F439-A6CC-D8CB0C0BDD8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413" r="6948" b="5802"/>
          <a:stretch/>
        </p:blipFill>
        <p:spPr>
          <a:xfrm>
            <a:off x="3229407" y="801313"/>
            <a:ext cx="2088333" cy="276475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5" name="Объект 14">
            <a:extLst>
              <a:ext uri="{FF2B5EF4-FFF2-40B4-BE49-F238E27FC236}">
                <a16:creationId xmlns:a16="http://schemas.microsoft.com/office/drawing/2014/main" id="{1CFE27AC-4976-1885-521B-62D954EB12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rcRect l="4134" t="13728" r="5682" b="25192"/>
          <a:stretch>
            <a:fillRect/>
          </a:stretch>
        </p:blipFill>
        <p:spPr>
          <a:xfrm>
            <a:off x="5650746" y="2328380"/>
            <a:ext cx="3210931" cy="213745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274BAFA-1B0D-2F8B-5ED1-6293B0D774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628" y="2317696"/>
            <a:ext cx="2589848" cy="217580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8" name="Объект 3">
            <a:extLst>
              <a:ext uri="{FF2B5EF4-FFF2-40B4-BE49-F238E27FC236}">
                <a16:creationId xmlns:a16="http://schemas.microsoft.com/office/drawing/2014/main" id="{59E664B0-4C41-4957-D1F4-2C341CD5C88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0148" t="11591" r="7408" b="14367"/>
          <a:stretch>
            <a:fillRect/>
          </a:stretch>
        </p:blipFill>
        <p:spPr>
          <a:xfrm>
            <a:off x="2782428" y="3788831"/>
            <a:ext cx="2189092" cy="195053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10FF1177-DC09-E3B3-6936-A8F922A7B42B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9700" t="13830"/>
          <a:stretch/>
        </p:blipFill>
        <p:spPr>
          <a:xfrm>
            <a:off x="9091151" y="7887"/>
            <a:ext cx="3027631" cy="217580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1" name="Объект 3">
            <a:extLst>
              <a:ext uri="{FF2B5EF4-FFF2-40B4-BE49-F238E27FC236}">
                <a16:creationId xmlns:a16="http://schemas.microsoft.com/office/drawing/2014/main" id="{4653C981-AADD-6231-5906-58DEE70A2F96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6833" r="3319" b="8142"/>
          <a:stretch>
            <a:fillRect/>
          </a:stretch>
        </p:blipFill>
        <p:spPr>
          <a:xfrm>
            <a:off x="9645066" y="4587847"/>
            <a:ext cx="2567128" cy="192762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7BC96C1F-D26D-3F35-253C-9A4E70AFC096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3631" r="1800"/>
          <a:stretch>
            <a:fillRect/>
          </a:stretch>
        </p:blipFill>
        <p:spPr>
          <a:xfrm>
            <a:off x="36870" y="4718980"/>
            <a:ext cx="2725364" cy="204077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D18CF44-2ACE-E5FF-7318-9F328F057DA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34582" y="4578260"/>
            <a:ext cx="2523555" cy="217580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66E00B8-A0BA-DF23-2A2A-1D48E615BE51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-1166" t="5607" r="-1" b="5186"/>
          <a:stretch>
            <a:fillRect/>
          </a:stretch>
        </p:blipFill>
        <p:spPr>
          <a:xfrm>
            <a:off x="7583213" y="4476521"/>
            <a:ext cx="1914707" cy="213745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DF9EB07-D234-04AA-2C9D-B1104E6F74E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97" t="11495" r="17973" b="15517"/>
          <a:stretch>
            <a:fillRect/>
          </a:stretch>
        </p:blipFill>
        <p:spPr>
          <a:xfrm>
            <a:off x="5979596" y="141891"/>
            <a:ext cx="2947686" cy="217580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09720129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112</Words>
  <Application>Microsoft Office PowerPoint</Application>
  <PresentationFormat>Широкоэкранный</PresentationFormat>
  <Paragraphs>15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Тема Office</vt:lpstr>
      <vt:lpstr> Виготовлення аплікації на скотчі.</vt:lpstr>
      <vt:lpstr>Інструменти і матеріали</vt:lpstr>
      <vt:lpstr>Готуємо  квадратну або прямокутну рамку з щільного картону.  </vt:lpstr>
      <vt:lpstr>Презентация PowerPoint</vt:lpstr>
      <vt:lpstr>Перегортаємо рамку на лицьовий бік і   зафарбовувати.  Якщо картон кольоровий, тоді не треба.</vt:lpstr>
      <vt:lpstr> По черзі наклеюємо на скотч природний матеріал. Ефектно буде виглядати, якщо використовувати листя різних кольорів і форм, а також квіти.</vt:lpstr>
      <vt:lpstr>Накриваємо лицьовий бік скотчем, так як і зворотній. Зайвий скотч відрізаємо. .</vt:lpstr>
      <vt:lpstr>Варіанти робіт</vt:lpstr>
      <vt:lpstr>Роботи учнів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 скотчі</dc:title>
  <dc:creator>Alun4ik</dc:creator>
  <cp:lastModifiedBy>Алла Рябченко</cp:lastModifiedBy>
  <cp:revision>17</cp:revision>
  <dcterms:created xsi:type="dcterms:W3CDTF">2023-09-21T15:18:01Z</dcterms:created>
  <dcterms:modified xsi:type="dcterms:W3CDTF">2026-09-25T10:16:31Z</dcterms:modified>
</cp:coreProperties>
</file>